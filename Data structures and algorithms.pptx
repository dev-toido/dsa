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3" r:id="rId5"/>
    <p:sldId id="295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Data structures and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From Basic to Advance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EA75-8810-B148-CD1D-B4533FDA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Types of Algorithms</a:t>
            </a:r>
            <a:br>
              <a:rPr lang="en-IN" dirty="0"/>
            </a:br>
            <a:r>
              <a:rPr lang="en-IN" sz="2000" dirty="0"/>
              <a:t>in different data structures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2A65-9DB6-AC5B-59C2-23EBBB85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Searching</a:t>
            </a:r>
          </a:p>
          <a:p>
            <a:r>
              <a:rPr lang="en-IN" dirty="0"/>
              <a:t>Sorting</a:t>
            </a:r>
          </a:p>
          <a:p>
            <a:r>
              <a:rPr lang="en-IN" dirty="0"/>
              <a:t>Merging</a:t>
            </a:r>
          </a:p>
          <a:p>
            <a:r>
              <a:rPr lang="en-IN" dirty="0"/>
              <a:t>Insertion</a:t>
            </a:r>
          </a:p>
          <a:p>
            <a:r>
              <a:rPr lang="en-IN" dirty="0"/>
              <a:t>Update</a:t>
            </a:r>
          </a:p>
          <a:p>
            <a:r>
              <a:rPr lang="en-IN" dirty="0"/>
              <a:t>Deletion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58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1C7C-743F-EA93-DE14-B7F65561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 And Algorithms Associated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2758-BB2C-39CA-01E4-1CB15AF7A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Arrays (Better -&gt; Vectors in C++)</a:t>
            </a:r>
          </a:p>
          <a:p>
            <a:pPr marL="674370" lvl="1" indent="-400050">
              <a:buFont typeface="+mj-lt"/>
              <a:buAutoNum type="romanLcPeriod"/>
            </a:pPr>
            <a:r>
              <a:rPr lang="en-IN" dirty="0"/>
              <a:t>Linear search</a:t>
            </a:r>
          </a:p>
          <a:p>
            <a:pPr marL="674370" lvl="1" indent="-400050">
              <a:buFont typeface="+mj-lt"/>
              <a:buAutoNum type="romanLcPeriod"/>
            </a:pPr>
            <a:r>
              <a:rPr lang="en-IN" dirty="0"/>
              <a:t>Maximum sub-array sum (Brute Force vs </a:t>
            </a:r>
            <a:r>
              <a:rPr lang="en-IN" dirty="0" err="1"/>
              <a:t>Kadane’s</a:t>
            </a:r>
            <a:r>
              <a:rPr lang="en-IN" dirty="0"/>
              <a:t> algo)  </a:t>
            </a:r>
          </a:p>
          <a:p>
            <a:pPr marL="674370" lvl="1" indent="-400050">
              <a:buFont typeface="+mj-lt"/>
              <a:buAutoNum type="romanL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197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{23BB2539-6950-4769-8AAC-C9F979CA2FBB}TF993b3720-55e5-4d3e-ae7c-1ec77a73f5a45edb12b8_win32-bce7b620edb8</Template>
  <TotalTime>4212</TotalTime>
  <Words>47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Avenir Next LT Pro</vt:lpstr>
      <vt:lpstr>Avenir Next LT Pro Light</vt:lpstr>
      <vt:lpstr>Garamond</vt:lpstr>
      <vt:lpstr>SavonVTI</vt:lpstr>
      <vt:lpstr>Data structures and algorithms</vt:lpstr>
      <vt:lpstr>Types of Algorithms in different data structures</vt:lpstr>
      <vt:lpstr>Data Structures And Algorithms Associated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Garai</dc:creator>
  <cp:lastModifiedBy>Vivek Garai</cp:lastModifiedBy>
  <cp:revision>1</cp:revision>
  <dcterms:created xsi:type="dcterms:W3CDTF">2026-05-22T05:01:31Z</dcterms:created>
  <dcterms:modified xsi:type="dcterms:W3CDTF">2026-05-25T03:14:20Z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